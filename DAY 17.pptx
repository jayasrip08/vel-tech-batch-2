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624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INNOLOFT VENTURES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457200"/>
            <a:ext cx="1188720" cy="2926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20040" y="457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 · DAY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Your ML App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Live Internet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20040" y="23042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Render Deployment · From Local Machine → Public URL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2011680" cy="347472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Steps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96312" y="2788920"/>
            <a:ext cx="2011680" cy="347472"/>
          </a:xfrm>
          <a:prstGeom prst="rect">
            <a:avLst/>
          </a:prstGeom>
          <a:solidFill>
            <a:srgbClr val="F97316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96312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Files to Prepare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72584" y="2788920"/>
            <a:ext cx="2011680" cy="347472"/>
          </a:xfrm>
          <a:prstGeom prst="rect">
            <a:avLst/>
          </a:prstGeom>
          <a:solidFill>
            <a:srgbClr val="A78BF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72584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Live URL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48856" y="2788920"/>
            <a:ext cx="2011680" cy="347472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48856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Common Errors</a:t>
            </a:r>
            <a:endParaRPr lang="en-US" sz="12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200400"/>
            <a:ext cx="1645920" cy="16459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2004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code leaves localhost today and goes live for the entire world to see."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686800" y="4846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Full Agenda — Theory + Walkthrough + Hands-On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47548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54864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53312" y="1216152"/>
            <a:ext cx="18288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1521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Deployment?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135331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localhost is not enough. What Render does for us.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645920"/>
            <a:ext cx="8686800" cy="47548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645920"/>
            <a:ext cx="54864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755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53312" y="1764792"/>
            <a:ext cx="18288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17007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 File Checklist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190195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files to prepare: requirements.txt, Procfile, runtime.txt, app.py fix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194560"/>
            <a:ext cx="8686800" cy="47548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94560"/>
            <a:ext cx="54864" cy="4754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304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53312" y="2313432"/>
            <a:ext cx="18288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22494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Push Everything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245059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all files, check .gitignore, verify repo is clean.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743200"/>
            <a:ext cx="8686800" cy="47548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743200"/>
            <a:ext cx="54864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8529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53312" y="2862072"/>
            <a:ext cx="18288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1463040" y="27980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— 7-Step Walkthrough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299923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Sign up → Connect repo → Configure → Deploy → 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291840"/>
            <a:ext cx="8686800" cy="47548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291840"/>
            <a:ext cx="54864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401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353312" y="3410712"/>
            <a:ext cx="18288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1463040" y="33467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Errors + Fixes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63040" y="354787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most frequent deployment errors and exactly how to fix each.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3840480"/>
            <a:ext cx="8686800" cy="47548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3840480"/>
            <a:ext cx="54864" cy="4754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950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53312" y="3959352"/>
            <a:ext cx="18288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7"/>
          <p:cNvSpPr/>
          <p:nvPr/>
        </p:nvSpPr>
        <p:spPr>
          <a:xfrm>
            <a:off x="1463040" y="38953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— Individual Deploy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463040" y="409651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deploys their own app. Trainer helps 1:1.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8600" y="4389120"/>
            <a:ext cx="8686800" cy="47548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28600" y="4389120"/>
            <a:ext cx="54864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4988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353312" y="4507992"/>
            <a:ext cx="18288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" name="Text 43"/>
          <p:cNvSpPr/>
          <p:nvPr/>
        </p:nvSpPr>
        <p:spPr>
          <a:xfrm>
            <a:off x="1463040" y="44439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Checklist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463040" y="464515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 shared on WhatsApp group. Screenshot uploaded to InnoTrack.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686800" y="4846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Deployment?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journey from your laptop to the live internet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20116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011680" cy="548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115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97510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 runs 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localhost:5000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 can see 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1938528"/>
            <a:ext cx="201168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2313432" y="18836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41448" y="1005840"/>
            <a:ext cx="2011680" cy="20116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1448" y="1005840"/>
            <a:ext cx="201168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441448" y="1115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🐙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41448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32888" y="197510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pushed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public/private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53128" y="1938528"/>
            <a:ext cx="201168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18836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1005840"/>
            <a:ext cx="201168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54296" y="1005840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654296" y="1115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654296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45736" y="197510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code,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packages,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your server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65976" y="1938528"/>
            <a:ext cx="201168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6739128" y="18836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67144" y="1005840"/>
            <a:ext cx="2011680" cy="2011680"/>
          </a:xfrm>
          <a:prstGeom prst="rect">
            <a:avLst/>
          </a:prstGeom>
          <a:solidFill>
            <a:srgbClr val="14532D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67144" y="1005840"/>
            <a:ext cx="20116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6867144" y="1115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67144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58584" y="197510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in the world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open your 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their phone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3200400"/>
            <a:ext cx="8686800" cy="777240"/>
          </a:xfrm>
          <a:prstGeom prst="rect">
            <a:avLst/>
          </a:prstGeom>
          <a:solidFill>
            <a:srgbClr val="0F3B2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200400"/>
            <a:ext cx="54864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2461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Key Insight for Students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350215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run  python app.py  on your laptop, Flask starts a server only your computer can reach. Render does the same thing — but on a powerful server connected to the internet 24/7. Your app gets a permanent public URL that never goes offline.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28600" y="4114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0" y="4846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Files to Prepare Before Deployment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has a specific purpose — Render won't work without them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0624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4206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requirements.txt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every Python library your app needs. Render reads this and installs everything automatically.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09928"/>
            <a:ext cx="292608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7373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freeze &gt; requirements.txt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10128" y="17556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in terminal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20624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14400"/>
            <a:ext cx="42062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Procfile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280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Render the command to start your app. NO file extension — just 'Procfile'. One line only.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709928"/>
            <a:ext cx="292608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17373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web: python app.py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90688" y="17556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content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2468880"/>
            <a:ext cx="420624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468880"/>
            <a:ext cx="420624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runtime.txt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2834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which Python version Render should use. Must match the version you developed with.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264408"/>
            <a:ext cx="292608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2918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python-3.11.0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33101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content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468880"/>
            <a:ext cx="420624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468880"/>
            <a:ext cx="4206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app.py — Production Fix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2834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read PORT from environment. Render assigns a dynamic port — hardcoding 5000 will break it.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264408"/>
            <a:ext cx="3977640" cy="457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32918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= int(os.environ.get('PORT', 5000))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app.run(host='0.0.0.0', port=port, debug=False)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3977640"/>
            <a:ext cx="8686800" cy="502920"/>
          </a:xfrm>
          <a:prstGeom prst="rect">
            <a:avLst/>
          </a:prstGeom>
          <a:solidFill>
            <a:srgbClr val="2D151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97764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0050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mistake is adding .txt extension (Procfile.txt) which silently breaks the whole deployment.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6800" y="4846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— Deep Dive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critical file — if a library is missing here, your deployed app will crash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9768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Generate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command in your project folder terminal: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4114800" cy="50292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411480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" y="16550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" y="165506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" y="165506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16093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" y="1865376"/>
            <a:ext cx="3840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freeze &gt; requirements.txt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103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saves every installed library and its version number into the file.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395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Do this AFTER you've finished coding — not before.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416052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requirements.txt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298448"/>
            <a:ext cx="3977640" cy="1444752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298448"/>
            <a:ext cx="397764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4974336" y="138074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5175504" y="138074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5376672" y="138074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133502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10912" y="1591056"/>
            <a:ext cx="3703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flask==2.3.2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scikit-learn==1.3.0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numpy==1.25.2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pandas==2.0.3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gunicorn==21.2.0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pickle5==0.0.12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2926080"/>
            <a:ext cx="8686800" cy="13716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2971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Libraries Students Forget to Include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335584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310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gunicorn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12848" y="331012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Production web server (required for Render even if you use flask's built-in dev server locally)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575304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5295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pickle5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212848" y="352958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If you used pickle to save your model — must be listed or model.pkl won't load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794760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7490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212848" y="374904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Your ML model depends on this — Render has no sklearn by default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014216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9684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212848" y="3968496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If your app generates charts, this must be present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0" y="4846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All Files to GitHub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pulls code directly from your GitHub repo — what's not in GitHub will NOT deploy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5029200" cy="228600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502920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" y="99669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57784" y="996696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996696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9509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run these commands in order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" y="1207008"/>
            <a:ext cx="47548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Check what needs to be committed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Stage all files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Commit with a message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'Day 18 - Ready for deployment'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Push to GitHub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5: Verify on GitHub.com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your repo and confirm all files are there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40680" y="914400"/>
            <a:ext cx="34747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77840" y="969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Repo Must Contain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129844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5779008" y="1261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1563624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5779008" y="15270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model.pkl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77840" y="182880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5779008" y="17922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2093976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5779008" y="20574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Procfile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77840" y="2359152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5779008" y="23225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runtime.txt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0" y="26243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5779008" y="25877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  (folder)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77840" y="2889504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5779008" y="28529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static/  (folder, if used)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3337560"/>
            <a:ext cx="8686800" cy="777240"/>
          </a:xfrm>
          <a:prstGeom prst="rect">
            <a:avLst/>
          </a:prstGeom>
          <a:solidFill>
            <a:srgbClr val="2D151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33756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383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Check .gitignore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363931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.gitignore contains  model.pkl  or  *.pkl, your model will never reach Render and the app will crash on every prediction. Open .gitignore and confirm model.pkl is NOT listed there.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" y="42245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  "Before clicking anything on Render — open your GitHub repo in the browser and visually confirm every file is there."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0" y="4846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Deployment — Steps 1 to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— do this together on the projector screen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10972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72184" y="932688"/>
            <a:ext cx="10972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472184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15768" y="932688"/>
            <a:ext cx="10972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715768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Repo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59352" y="932688"/>
            <a:ext cx="1097280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3959352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02936" y="932688"/>
            <a:ext cx="1097280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202936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46520" y="932688"/>
            <a:ext cx="1097280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URL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690104" y="932688"/>
            <a:ext cx="1097280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7690104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App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1389888"/>
            <a:ext cx="274320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149961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14813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render.com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" y="1810512"/>
            <a:ext cx="24871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render.com in your browser.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Sign Up → choose Continue with GitHub.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Render to access your GitHub.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taken to the Render dashboard.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1389888"/>
            <a:ext cx="274320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149961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14813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Web Service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64992" y="1810512"/>
            <a:ext cx="24871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 New +  button (top right).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 Web Service  from the dropdown.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will ask you to connect a repository.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 Connect Repository.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1389888"/>
            <a:ext cx="251460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37960" y="149961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GitHub Repo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65392" y="1810512"/>
            <a:ext cx="2258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a list of your GitHub repos.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project repo in the list.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 Connect  next to it.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will read your repo contents.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3364992"/>
            <a:ext cx="8686800" cy="65836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3364992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4015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686800" y="4846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Configuration — Step 4 (Critical)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exact settings must be correct — one typo here and nothing will work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1097280" cy="320040"/>
          </a:xfrm>
          <a:prstGeom prst="rect">
            <a:avLst/>
          </a:prstGeom>
          <a:solidFill>
            <a:srgbClr val="1E404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72184" y="932688"/>
            <a:ext cx="1097280" cy="320040"/>
          </a:xfrm>
          <a:prstGeom prst="rect">
            <a:avLst/>
          </a:prstGeom>
          <a:solidFill>
            <a:srgbClr val="1E4040"/>
          </a:solidFill>
          <a:ln/>
        </p:spPr>
      </p:sp>
      <p:sp>
        <p:nvSpPr>
          <p:cNvPr id="8" name="Text 6"/>
          <p:cNvSpPr/>
          <p:nvPr/>
        </p:nvSpPr>
        <p:spPr>
          <a:xfrm>
            <a:off x="1472184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15768" y="932688"/>
            <a:ext cx="1097280" cy="320040"/>
          </a:xfrm>
          <a:prstGeom prst="rect">
            <a:avLst/>
          </a:prstGeom>
          <a:solidFill>
            <a:srgbClr val="1E4040"/>
          </a:solidFill>
          <a:ln/>
        </p:spPr>
      </p:sp>
      <p:sp>
        <p:nvSpPr>
          <p:cNvPr id="10" name="Text 8"/>
          <p:cNvSpPr/>
          <p:nvPr/>
        </p:nvSpPr>
        <p:spPr>
          <a:xfrm>
            <a:off x="2715768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Repo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59352" y="932688"/>
            <a:ext cx="109728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3959352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02936" y="932688"/>
            <a:ext cx="109728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5202936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46520" y="932688"/>
            <a:ext cx="1097280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URL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690104" y="932688"/>
            <a:ext cx="1097280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7690104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App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1389888"/>
            <a:ext cx="8686800" cy="29260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14264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57400" y="14264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Enter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49240" y="14264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1682496"/>
            <a:ext cx="86868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1755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57400" y="1737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your-project-name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49240" y="1755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hyphens only — becomes part of your URL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2084832"/>
            <a:ext cx="8686800" cy="38404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21579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57400" y="2139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49240" y="2157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match your GitHub branch name exactly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2487168"/>
            <a:ext cx="86868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2560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57400" y="2542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49240" y="2560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from dropdown — should auto-detect from runtime.txt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2889504"/>
            <a:ext cx="8686800" cy="38404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29626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Command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57400" y="2944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49240" y="29626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runs this first — installs all your libraries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3291840"/>
            <a:ext cx="86868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Command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057400" y="33467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gunicorn</a:t>
            </a: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app:app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49240" y="3364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runs this to start your Flask server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28600" y="3694176"/>
            <a:ext cx="8686800" cy="38404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4" name="Text 42"/>
          <p:cNvSpPr/>
          <p:nvPr/>
        </p:nvSpPr>
        <p:spPr>
          <a:xfrm>
            <a:off x="320040" y="3767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057400" y="3749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349240" y="3767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Free tier — enough for this project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4206240"/>
            <a:ext cx="8686800" cy="457200"/>
          </a:xfrm>
          <a:prstGeom prst="rect">
            <a:avLst/>
          </a:prstGeom>
          <a:solidFill>
            <a:srgbClr val="0F3B2F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42336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filling everything — click  Create Web Service  and Render will start building. Green logs scrolling = it is working. Wait 3–5 minutes.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686800" y="4846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is Live! — Steps 6 &amp; 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URL and test — this is the moment everything pays off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1097280" cy="320040"/>
          </a:xfrm>
          <a:prstGeom prst="rect">
            <a:avLst/>
          </a:prstGeom>
          <a:solidFill>
            <a:srgbClr val="1E404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72184" y="932688"/>
            <a:ext cx="1097280" cy="320040"/>
          </a:xfrm>
          <a:prstGeom prst="rect">
            <a:avLst/>
          </a:prstGeom>
          <a:solidFill>
            <a:srgbClr val="1E4040"/>
          </a:solidFill>
          <a:ln/>
        </p:spPr>
      </p:sp>
      <p:sp>
        <p:nvSpPr>
          <p:cNvPr id="8" name="Text 6"/>
          <p:cNvSpPr/>
          <p:nvPr/>
        </p:nvSpPr>
        <p:spPr>
          <a:xfrm>
            <a:off x="1472184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15768" y="932688"/>
            <a:ext cx="1097280" cy="320040"/>
          </a:xfrm>
          <a:prstGeom prst="rect">
            <a:avLst/>
          </a:prstGeom>
          <a:solidFill>
            <a:srgbClr val="1E4040"/>
          </a:solidFill>
          <a:ln/>
        </p:spPr>
      </p:sp>
      <p:sp>
        <p:nvSpPr>
          <p:cNvPr id="10" name="Text 8"/>
          <p:cNvSpPr/>
          <p:nvPr/>
        </p:nvSpPr>
        <p:spPr>
          <a:xfrm>
            <a:off x="2715768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Repo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59352" y="932688"/>
            <a:ext cx="1097280" cy="320040"/>
          </a:xfrm>
          <a:prstGeom prst="rect">
            <a:avLst/>
          </a:prstGeom>
          <a:solidFill>
            <a:srgbClr val="1E4040"/>
          </a:solidFill>
          <a:ln/>
        </p:spPr>
      </p:sp>
      <p:sp>
        <p:nvSpPr>
          <p:cNvPr id="12" name="Text 10"/>
          <p:cNvSpPr/>
          <p:nvPr/>
        </p:nvSpPr>
        <p:spPr>
          <a:xfrm>
            <a:off x="3959352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02936" y="932688"/>
            <a:ext cx="1097280" cy="320040"/>
          </a:xfrm>
          <a:prstGeom prst="rect">
            <a:avLst/>
          </a:prstGeom>
          <a:solidFill>
            <a:srgbClr val="1E4040"/>
          </a:solidFill>
          <a:ln/>
        </p:spPr>
      </p:sp>
      <p:sp>
        <p:nvSpPr>
          <p:cNvPr id="14" name="Text 12"/>
          <p:cNvSpPr/>
          <p:nvPr/>
        </p:nvSpPr>
        <p:spPr>
          <a:xfrm>
            <a:off x="5202936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46520" y="932688"/>
            <a:ext cx="1097280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URL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690104" y="932688"/>
            <a:ext cx="1097280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7690104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App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1389888"/>
            <a:ext cx="420624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1389888"/>
            <a:ext cx="4206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463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Copy Your Live URL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1737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deployment succeeds (green logs), Render shows your URL at the top of the page.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103120"/>
            <a:ext cx="4023360" cy="2926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213055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https://your-project-name.onrender.com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24323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this URL into WhatsApp group + InnoTrack report.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1389888"/>
            <a:ext cx="420624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389888"/>
            <a:ext cx="4206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463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Test Your Live App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00600" y="1792224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992624" y="1755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URL in new browser tab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020824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992624" y="19842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valid input values in the form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2249424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992624" y="22128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Predict — check the result appears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2478024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992624" y="24414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extreme values — see how model responds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2706624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4992624" y="26700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 your phone — test mobile view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3090672"/>
            <a:ext cx="8686800" cy="960120"/>
          </a:xfrm>
          <a:prstGeom prst="rect">
            <a:avLst/>
          </a:prstGeom>
          <a:solidFill>
            <a:srgbClr val="0F3B2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28600" y="3090672"/>
            <a:ext cx="54864" cy="9601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136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CELEBRATE THIS MOMENT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65760" y="341071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each student's URL works — stop the class and celebrate it. Call out their name. Let others see it on the projector. This is a genuine achievement — 17 days of learning led to this moment. A live app on the internet that anyone in the world can use.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28600" y="4178808"/>
            <a:ext cx="8686800" cy="38404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2062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End of Day: Share URL on WhatsApp group  ·  Upload screenshot to InnoTrack  ·  GitHub repo must have final committed version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686800" y="4846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7-Step Render Deployment — Quick Reference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on screen while students work — refer back to any step if stuck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97680" cy="65836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1152144"/>
            <a:ext cx="384048" cy="38404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3816" y="106984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3816" y="133502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&amp;&amp; git commit -m 'Deploy' &amp;&amp; git push origin main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755648"/>
            <a:ext cx="4297680" cy="65836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" y="190195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3816" y="181965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render.com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" y="2084832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using your GitHub account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505456"/>
            <a:ext cx="4297680" cy="65836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" y="265176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" y="256946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&gt; Web Service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3816" y="283464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New + → Web Service → Connect Repository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255264"/>
            <a:ext cx="4297680" cy="65836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" y="340156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19272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Repo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3816" y="35844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project repo, click Connect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4297680" cy="65836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1152144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48656" y="106984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Settings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48656" y="133502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pip install -r requirements.txt  |  Start: python app.py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755648"/>
            <a:ext cx="4297680" cy="65836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73168" y="1901952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48656" y="181965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Deploy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48656" y="2084832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Web Service. Watch green logs. Wait 3–5 minutes.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505456"/>
            <a:ext cx="4297680" cy="65836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73168" y="2651760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48656" y="256946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URL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48656" y="283464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https://your-app.onrender.com  in browser and test a prediction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686800" y="4846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Deployment Errors — Part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these errors today. Here is exactly how to fix each one.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950976"/>
            <a:ext cx="8686800" cy="1773936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ModuleNotFoundError: No module named 'sklearn'  (or any library)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2984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The library is installed on your laptop but was NOT included in requirements.txt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4572" y="1627631"/>
            <a:ext cx="4266028" cy="1024129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1627632"/>
            <a:ext cx="402336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905256" y="17099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6424" y="1709928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307592" y="170992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16642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fix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13055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Fix: regenerate requirements.txt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freeze &gt; requirements.txt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requirements.txt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'Fix requirements'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17556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go to Render → Manual Deploy → Deploy Latest Commit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743200"/>
            <a:ext cx="86868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" y="2779776"/>
            <a:ext cx="8686800" cy="2066544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3464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2834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Binding Error — App exits immediately after deploying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3127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app.py uses a hardcoded port (e.g. port=5000). Render assigns a different dynamic port.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3401568"/>
            <a:ext cx="7955280" cy="1389888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3401568"/>
            <a:ext cx="795528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Shape 25"/>
          <p:cNvSpPr/>
          <p:nvPr/>
        </p:nvSpPr>
        <p:spPr>
          <a:xfrm>
            <a:off x="905256" y="34838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6424" y="348386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9" name="Shape 27"/>
          <p:cNvSpPr/>
          <p:nvPr/>
        </p:nvSpPr>
        <p:spPr>
          <a:xfrm>
            <a:off x="1307592" y="348386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1508760" y="343814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— fix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" y="4028987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WRONG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app.run(port=5000)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CORRECT — read port from Render's environment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= int(os.environ.get('PORT', 5000))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app.run(host='0.0.0.0', port=port, debug=False)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686800" y="4846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-9144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Session — 12:00 PM to 4:30 PM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deploys their individual project. Everyone gets a live URL before 4:30 PM.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78037" y="905256"/>
            <a:ext cx="429768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8037" y="905256"/>
            <a:ext cx="42976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2015197" y="9784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Student Task List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69477" y="1325880"/>
            <a:ext cx="182880" cy="16459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2243797" y="1307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requirements.txt (pip freeze)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69477" y="1536192"/>
            <a:ext cx="182880" cy="16459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2243797" y="15179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Procfile — exactly:  web: python app.py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69477" y="1746504"/>
            <a:ext cx="182880" cy="16459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2243797" y="17282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runtime.txt — exactly:  python-3.11.0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69477" y="1956816"/>
            <a:ext cx="182880" cy="16459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2243797" y="1938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app.py — add PORT environment variable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69477" y="2167128"/>
            <a:ext cx="182880" cy="16459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2243797" y="2148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ALL files to GitHub and verify on GitHub.com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69477" y="2377440"/>
            <a:ext cx="182880" cy="16459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2243797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on render.com with GitHub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69477" y="2587752"/>
            <a:ext cx="182880" cy="16459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9"/>
          <p:cNvSpPr/>
          <p:nvPr/>
        </p:nvSpPr>
        <p:spPr>
          <a:xfrm>
            <a:off x="2243797" y="25694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Web Service, connect repo, configure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69477" y="2798064"/>
            <a:ext cx="182880" cy="16459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2243797" y="27797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wait for green logs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69477" y="3008376"/>
            <a:ext cx="182880" cy="16459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2243797" y="2990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live URL and test prediction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969477" y="3218688"/>
            <a:ext cx="182880" cy="16459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2243797" y="3200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screenshot + upload to InnoTrack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69477" y="3429000"/>
            <a:ext cx="182880" cy="16459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2243797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URL in your Report 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28600" y="3822192"/>
            <a:ext cx="8686800" cy="731520"/>
          </a:xfrm>
          <a:prstGeom prst="rect">
            <a:avLst/>
          </a:prstGeom>
          <a:solidFill>
            <a:srgbClr val="0F3B2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65760" y="3822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End-of-Day Upload Checklist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65760" y="410565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Paste live URL + describe errors faced  ·  GitHub: Final version pushed  ·  Screenshot: Live app with a prediction showing  ·   URL shared with Report 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336237" y="48371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INNOLOFT VENTURES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Complete.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is Live on the Internet.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05740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9476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Python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87168" y="1920240"/>
            <a:ext cx="205740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87168" y="19476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87168" y="21945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ML Model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0016" y="1920240"/>
            <a:ext cx="205740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0016" y="19476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0016" y="21945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12864" y="1920240"/>
            <a:ext cx="2057400" cy="594360"/>
          </a:xfrm>
          <a:prstGeom prst="rect">
            <a:avLst/>
          </a:prstGeom>
          <a:solidFill>
            <a:srgbClr val="0F3B2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Shape 15"/>
          <p:cNvSpPr/>
          <p:nvPr/>
        </p:nvSpPr>
        <p:spPr>
          <a:xfrm>
            <a:off x="6912864" y="1920240"/>
            <a:ext cx="54864" cy="594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6912864" y="19476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12864" y="21945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Internet 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724912"/>
            <a:ext cx="868680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724912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761488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app is now running on the internet 24/7. Anyone in the world can open it on their phone or lab . You built the model, the website, and deployed it yourself. That is a real product. Take that confidence into every interview you walk into."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" y="3858768"/>
            <a:ext cx="8686800" cy="594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What's Next: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142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— Demo Presentation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InnoTrack Internship Program  ·  Innoloft Ventures  ·  Day 17 / 20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686800" y="4846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2289</TotalTime>
  <Words>1957</Words>
  <Application>Microsoft Office PowerPoint</Application>
  <PresentationFormat>On-screen Show (16:9)</PresentationFormat>
  <Paragraphs>309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18 – Deploy to Render | InnoTrack</dc:title>
  <dc:subject>PptxGenJS Presentation</dc:subject>
  <dc:creator>PptxGenJS</dc:creator>
  <cp:lastModifiedBy>VENKATESH .K</cp:lastModifiedBy>
  <cp:revision>5</cp:revision>
  <dcterms:created xsi:type="dcterms:W3CDTF">2026-06-01T09:28:57Z</dcterms:created>
  <dcterms:modified xsi:type="dcterms:W3CDTF">2026-06-17T04:34:38Z</dcterms:modified>
</cp:coreProperties>
</file>